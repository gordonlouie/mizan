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17520"/>
            <a:ext cx="54864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54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Mizan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4526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Halal investing, calibrated to your conscience.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080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B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May 2027  ·  $4M at $20M post-money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0" y="6080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94B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jk@mizan.app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shipped the screener category was missing.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months ago this was an idea. Today it's a category.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scholar profiles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AAOIFI, Mufti Taqi Usmani, DJIM, Ja'fari/Sistani, strict zero-tolerance, Custom. No other app ships this depth.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scholar Q&amp;A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3520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Claude-powered, board-supervised system prompts, citation-first. Scope-bounded, audited quarterly.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9536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+ purification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95360" y="3520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sync. Per-scholar weight-adjusted compliance. One-tap purification donation via LaunchGood.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SEED ROUND  ·  MAY 2027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months in. Five hard numbers.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194560" cy="3017520"/>
          </a:xfrm>
          <a:prstGeom prst="roundRect">
            <a:avLst>
              <a:gd name="adj" fmla="val 4167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8.2K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71600" y="3520440"/>
            <a:ext cx="36576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3657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828800"/>
            <a:ext cx="2194560" cy="3017520"/>
          </a:xfrm>
          <a:prstGeom prst="roundRect">
            <a:avLst>
              <a:gd name="adj" fmla="val 4167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21031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$640K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3703320" y="3520440"/>
            <a:ext cx="36576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3657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Run-rate ARR. Up from $0.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1828800"/>
            <a:ext cx="2194560" cy="3017520"/>
          </a:xfrm>
          <a:prstGeom prst="roundRect">
            <a:avLst>
              <a:gd name="adj" fmla="val 4167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1031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035040" y="3520440"/>
            <a:ext cx="36576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3657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retention on Pro tier.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360" y="1828800"/>
            <a:ext cx="2194560" cy="3017520"/>
          </a:xfrm>
          <a:prstGeom prst="roundRect">
            <a:avLst>
              <a:gd name="adj" fmla="val 4167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21031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11K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8366760" y="3520440"/>
            <a:ext cx="36576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3657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subscribers.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84080" y="1828800"/>
            <a:ext cx="2194560" cy="3017520"/>
          </a:xfrm>
          <a:prstGeom prst="roundRect">
            <a:avLst>
              <a:gd name="adj" fmla="val 4167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21031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→ 50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10698480" y="3520440"/>
            <a:ext cx="36576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3" name="Text 21"/>
          <p:cNvSpPr/>
          <p:nvPr/>
        </p:nvSpPr>
        <p:spPr>
          <a:xfrm>
            <a:off x="9921240" y="3657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Masjid pilot to active partnerships.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up-and-to-the-right since pre-seed close. Monthly growth deck attached to the data room.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SEED ROUND  ·  MAY 2027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Shariah board is signed.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 not the feature. The moat is who's chairing.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640080" cy="6400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25880" y="1920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2240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Mufti Faraz Adam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2743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· Hanafi · Amanah Advisors. Public scholar with 100K+ digital audience.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429000"/>
            <a:ext cx="640080" cy="6400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25880" y="3337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Sheikh Joe Bradford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4160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· Hanbali/Maliki · AAOIFI-certified. The reference voice for North America.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846320"/>
            <a:ext cx="640080" cy="6400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25880" y="4754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2588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Sayyid M. Razawi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5577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· Al-Mahdi Institute · Ja'fari scholarship. The first Shia scholar on a halal-fintech board.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SEED ROUND  ·  MAY 2027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 are real, not projected.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data, twelve months in. Religion creates retention.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organic; paid mix scaling.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057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6616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ARPU, current.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mix accelerating.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57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$510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9224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LTV (cohort 1).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cohort, 8 months in.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182880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20574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: 1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41832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above plan.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11247120" cy="1463040"/>
          </a:xfrm>
          <a:prstGeom prst="roundRect">
            <a:avLst>
              <a:gd name="adj" fmla="val 6250"/>
            </a:avLst>
          </a:prstGeom>
          <a:solidFill>
            <a:srgbClr val="1F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Months-13 to 24 plan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8.2K paying users to 50K. ARR to $4.5M. Geo expand UK + Canada in Q1, Pakistan + India direct in Q3. B2B compliance API in private beta.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SEED ROUND  ·  MAY 2027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thesis got stronger, not weaker.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changed in our favor over the past year.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ADIB Smart Sukuk hit 50K users in 9 months.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423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diaspora and GCC consumers will adopt digital Islamic finance at scale when product quality is real. The Sukuk equivalent of our screener thesis.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383280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291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Malaysian SAC tightened to 5% across the board.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3840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the 20% mixed-activity benchmark. Conservative Malaysian investors are searching for tools that surface stricter standards. We're already there.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800600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4709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scholar Q&amp;A is no longer experimental.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3.6 / Opus 4 made citation-grounded scholarly reasoning economical at consumer scale. We don't need PhDs on staff to answer fiqh questions; we need scholars to set scope, AI to render.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SEED ROUND  ·  MAY 2027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 expansion is the seed-round bet.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wedge (Hanafi diaspora) to the rest of the addressable market.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64592" cy="11887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Q1-Q2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 + Canada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product, same scholarly profiles. Distribution leverages existing UK Hanafi audience built via founder content (35% of YouTube subs are UK-based).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164592" cy="1188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Pakistan, India, Bangladesh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Urdu, Hindi, Bengali UI. Direct partnership with one mid-tier brokerage per market for distribution. Local Shariah board members (advisory).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164592" cy="1188720"/>
          </a:xfrm>
          <a:prstGeom prst="rect">
            <a:avLst/>
          </a:prstGeom>
          <a:solidFill>
            <a:srgbClr val="162A4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54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Q3-Q4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Indonesia, Malaysia, GCC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UI. Add MUI (Indonesia) and post-2025 SAC (Malaysia) profiles. ADIB-style retail partnership in UAE.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SEED ROUND  ·  MAY 2027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B2B compliance API is our second leg.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Stripe-for-halal-screening. Private beta launches with this round.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buys this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Retail brokerages adding 'halal mode'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Robo-advisors filtering universes pre-recommendation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401(k) providers labeling funds for Muslim employees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Neobanks differentiating on religious segments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Carta-style cap-table products for Muslim founders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model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2606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$99/mo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0" y="2606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calls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$499/mo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0" y="3108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calls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104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$2,499/mo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92640" y="3611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calls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114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4114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92640" y="4114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· SLA · dedicated scholar consult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5120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ARR target from API alone: $1M.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SEED ROUND  ·  MAY 2027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Team: thirteen people, three offices, one mission.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two at pre-seed.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CEO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 base. Halal finance domain + engineering.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co-founder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Ex-[fintech]. Shipped consumer fintech to scale.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Ex-[growth role]. Muslim audience native.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1828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Shariah Secretary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18320" y="2240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832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AAOIFI-certified, full-time.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86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(5)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Various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4617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full-stack, mobile, infra. Remote-first.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7490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886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(2)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Various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566160" y="4617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+ brand.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37490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886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(2)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Various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92240" y="4617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+ community.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35440" y="37490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0" y="3886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pipeline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41832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 in flight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418320" y="4617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backend, ML/AI eng, community lead. All late-stage.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references and bios available in the data room.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SEED ROUND  ·  MAY 2027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$4M.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months runway. Two product legs. Three new markets.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+ product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2194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more engineers, 1 mobile lead, 2 designers. Hardens the B2B API and ships native mobile.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606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+ marketing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971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acquisition scaling. Influencer program. Localization team for UK / Pakistan / Indonesia.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3383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+ infrastructure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3749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Refinitiv contract. Plaid production. International brokerage links. Compliance + SOC 2 prep.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82880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Shariah board + community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4526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scholar retreat. Community programs. Public Shariah report.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937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28800" y="4937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G&amp;A + reserve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5303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(HK + London satellite). Legal. Six-month emergency reserve.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SEED ROUND  ·  MAY 2027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you're funding (next 24 months).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quarter has a single dominant goal.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62A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+ Canada launch + scale to 15K paying users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8745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62A44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6616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API private beta with 5 partners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62A44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9224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+ India launch; Urdu + Hindi UI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35440" y="18745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62A44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41832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API public launch at Money 20/20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launch (UAE + KSA partnerships)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37033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F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566160" y="4343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$1M+ API contract closes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7033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F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92240" y="4343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$4M ARR consumer + $1M ARR B2B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235440" y="37033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F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94183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418320" y="4343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materials. $50K-$100K ACV B2B run-rate.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SEED ROUND  ·  MAY 2027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77240"/>
            <a:ext cx="54864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  ·  $4M.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$20M post-money cap. 24 months runway. Lead $2M, co-investors welcome up to $2M more.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1A325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now's the time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8K paying users, $640K ARR, 82% retention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Named Shariah board signed (3 scholars)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Path to $5M ARR consumer + $1M B2B by month 24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Series A trigger at month 28 from a position of strength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01752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1A325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looking for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Lead investor with consumer-fintech experience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4069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Board seat for lead (1 of 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4480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Network for B2B API early customers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4892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Comfortable with religion-segment positioning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1264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jk@mizan.app  ·  mizan.app  ·  Data room access on request.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2026-05-19T19:20:08Z</dcterms:created>
  <dcterms:modified xsi:type="dcterms:W3CDTF">2026-05-19T19:20:08Z</dcterms:modified>
</cp:coreProperties>
</file>